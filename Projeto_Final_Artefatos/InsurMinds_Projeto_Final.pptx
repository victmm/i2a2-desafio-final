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Enunciado do Projeto Final I2A2, fornecido pelo usuário, datado de 15/07/2026. Equipe InsurMinds: Victor Hugo Araujo, João Carlos Mendonça, Adriéli Zacharias e Bruno Veiga.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extraído do enunciado I2A2. Não se apresentam números de mercado ou alegações de tempo economizado.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 real da aplicação local. Dados exibidos são exemplos sintéticos e pré-preenchidos. Não representam execução real do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Fluxo: interface, API, recepção, leitura por página, extração multimodal, validação de evidências, SQLite e comparação. Documentação: docs/ARQUITETURA.md. Gemini structured output: https://ai.google.dev/gemini-api/docs/structured-output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fictício autoral: Vértice, página 1. O verificador local valida presença textual, não a correção jurídica da interpretação.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backend/demo.py e comparação determinística. Não é benchmark de precisão da IA nem comparação de produtos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Testes automatizados e fluxo de interface executados. A equipe também validou uma extração real com Gemini usando PDFs fictícios. Isso não mede a precisão em apólices de mercado. A comparação é textual e requer revisão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Prazo informado no enunciado: 06/10/2026 às 23h59. Repositório público: https://github.com/vicTmm/i2a2-desafio-final. A equipe testou o fluxo com Gemini em documentos fictícios; a precisão em apólices de mercado ainda requer avaliação especializada.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4B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InsurMinds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64373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InsurMinds / I2A2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44B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Clareza na comparação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244B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apólices D&amp;O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76656" y="39776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Extração com IA e evidências por página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76656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Final / Instituto de Inteligência Artificial Aplicada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4B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problema da leitura documental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64373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InsurMinds / I2A2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4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limite de uma apólice não conta toda a história.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Franquias, sub-limites e exclusões mudam a interpretação de uma cobertura. A análise precisa conectar cada informação às condições do documento.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53035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D7C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Necessidade: localizar diferenças e conferir a origem dos dados.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4B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solução em funcionamento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64373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InsurMinds / I2A2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pic>
        <p:nvPicPr>
          <p:cNvPr id="5" name="Image 0" descr="C:\Users\Lívia Paraquett\OneDrive\Documentos\Victor Hugo\Projetos\i2a2-desafio-final\tmp\ui\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737360"/>
            <a:ext cx="5266944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202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244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critérios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244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documento</a:t>
            </a:r>
            <a:endParaRPr lang="en-US" sz="3500" dirty="0"/>
          </a:p>
        </p:txBody>
      </p:sp>
      <p:sp>
        <p:nvSpPr>
          <p:cNvPr id="7" name="Text 4"/>
          <p:cNvSpPr/>
          <p:nvPr/>
        </p:nvSpPr>
        <p:spPr>
          <a:xfrm>
            <a:off x="640080" y="3675888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Biblioteca pesquisável, comparação de até quatro apólices e consulta às evidências.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4B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Arquitetura do MVP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64373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InsurMinds / I2A2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4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/ TypeScript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4963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480560" y="1828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4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/ Starlette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480560" y="24963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321040" y="1828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4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+ visão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321040" y="24963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4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+ Pydantic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43251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Extração e validação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480560" y="3657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4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480560" y="43251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Persistência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21040" y="3657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4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Comparação + PDF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21040" y="43251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D7C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especializado com IA na extração e na consulta.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4B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informação tem uma origem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64373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InsurMinds / I2A2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extraído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62432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244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R$ 15 milhões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6217920" y="19202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na página 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17920" y="265176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4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“Limite de responsabilidade: BRL 15.000.000,00.”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40080" y="48006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Trechos de texto são conferidos automaticamente. Leituras de imagens exigem revisão visual. Dado ausente permanece não identificado.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4B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Comparação demonstrativa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64373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InsurMinds / I2A2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2971800"/>
        </p:xfrm>
        <a:graphic>
          <a:graphicData uri="http://schemas.openxmlformats.org/drawingml/2006/table">
            <a:tbl>
              <a:tblPr/>
              <a:tblGrid>
                <a:gridCol w="3840480"/>
                <a:gridCol w="3520440"/>
                <a:gridCol w="35204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244B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Critério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52400" marR="152400" marT="152400" marB="152400">
                    <a:lnL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244B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Aurora / fictícia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52400" marR="152400" marT="152400" marB="152400">
                    <a:lnL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244B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Vértice / fictícia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52400" marR="152400" marT="152400" marB="152400">
                    <a:lnL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244B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Limite agregado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52400" marR="152400" marT="152400" marB="152400">
                    <a:lnL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244B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R$ 10 milhões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52400" marR="152400" marT="152400" marB="152400">
                    <a:lnL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244B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R$ 15 milhões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52400" marR="152400" marT="152400" marB="152400">
                    <a:lnL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244B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Prêmio total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52400" marR="152400" marT="152400" marB="152400">
                    <a:lnL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244B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R$ 32.500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52400" marR="152400" marT="152400" marB="152400">
                    <a:lnL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244B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R$ 41.800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52400" marR="152400" marT="152400" marB="152400">
                    <a:lnL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244B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Franquia Side B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52400" marR="152400" marT="152400" marB="152400">
                    <a:lnL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244B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R$ 50 mil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52400" marR="152400" marT="152400" marB="152400">
                    <a:lnL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244B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R$ 100 mil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52400" marR="152400" marT="152400" marB="152400">
                    <a:lnL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244B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Prazo complementar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52400" marR="152400" marT="152400" marB="152400">
                    <a:lnL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244B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 meses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52400" marR="152400" marT="152400" marB="152400">
                    <a:lnL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244B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 meses</a:t>
                      </a:r>
                      <a:endParaRPr lang="en-US" sz="2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52400" marR="152400" marT="152400" marB="152400">
                    <a:lnL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E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138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4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diferenças textuais entre 16 critérios dos exemplos.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Valores sintéticos. A comparação não recomenda uma contratação.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4B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Validação e limitações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64373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InsurMinds / I2A2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4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testes automatizados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de documentos, evidências, persistência, comparação e exportações. Fluxo de interface verificado em desktop e celular.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59028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D7C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funcional: extração real com Gemini em PDFs fictícios. Precisão em apólices de mercado ainda não avaliada.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555955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precisão em apólices reais ainda requer avaliação especializada.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4B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 passos da equipe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64373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InsurMinds / I2A2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4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com documentos reais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244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revisão por especialistas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621024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67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Evolução: múltiplas evidências por campo, comparação semântica, revisão versionada e fila persistente.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500176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7C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Equipe: Victor Hugo Araujo, João Carlos Mendonça, Adriéli Zacharias e Bruno Veiga.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D7C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Repositório público; avaliação especializada em apólices de mercado pendente.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InsurMinds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InsurMinds - Análise e comparação de apólices D&amp;O</dc:title>
  <dc:subject>Projeto Final I2A2 2026</dc:subject>
  <dc:creator>Equipe InsurMinds</dc:creator>
  <cp:lastModifiedBy>Equipe InsurMinds</cp:lastModifiedBy>
  <cp:revision>1</cp:revision>
  <dcterms:created xsi:type="dcterms:W3CDTF">2026-09-30T04:33:53Z</dcterms:created>
  <dcterms:modified xsi:type="dcterms:W3CDTF">2026-09-30T04:33:53Z</dcterms:modified>
</cp:coreProperties>
</file>