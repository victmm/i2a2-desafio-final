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Enunciado do Projeto Final I2A2, fornecido pelo usuário, datado de 15/07/2026. Integrantes: identificação nominal pendente da equipe.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extraído do enunciado I2A2. Não se apresentam números de mercado ou alegações de tempo economizado.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real da aplicação local. Dados exibidos são exemplos sintéticos e pré-preenchidos. Não representam execução real do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Fluxo: interface, API, recepção, leitura por página, extração multimodal, validação de evidências, SQLite e comparação. Documentação: docs/ARQUITETURA.md. OpenAI Structured Outputs: https://developers.openai.com/api/docs/guides/structured-outputs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 fictício autoral: Vértice, página 1. O verificador local valida presença textual, não a correção jurídica da interpretação.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Fonte: backend/demo.py e comparação determinística. Não é benchmark de precisão da IA nem comparação de produtos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da execução local de tests/test_pipeline.py e scripts/check_ui.py. Não houve acesso a credencial de IA. Comparação é textual e revisão humana continua necessária.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Prazo do enunciado: 06/10/2026 às 23h59. Repositório público: https://github.com/vicTmm/i2a2-desafio-final. A validação com IA real e a identificação nominal dos integrantes ainda precisam ser concluídas.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InsurMinds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789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Clareza na comparação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apólices D&amp;O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76656" y="39776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Extração com IA e evidências por página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52120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Projeto Final / Instituto de Inteligência Artificial Aplicada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problema da leitura documental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limite de uma apólice não conta toda a história.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Franquias, sub-limites e exclusões mudam a interpretação de uma cobertura. A análise precisa conectar cada informação às condições do documento.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5303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Necessidade: localizar diferenças e conferir a origem dos dados.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solução em funcionamento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pic>
        <p:nvPicPr>
          <p:cNvPr id="5" name="Image 0" descr="C:\Projetos\i2a2-desafio-final\tmp\ui\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737360"/>
            <a:ext cx="5266944" cy="4389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9202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critérios</a:t>
            </a:r>
            <a:endParaRPr lang="en-US" sz="3500" dirty="0"/>
          </a:p>
          <a:p>
            <a:pPr indent="0" marL="0">
              <a:buNone/>
            </a:pPr>
            <a:r>
              <a:rPr lang="en-US" sz="3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documento</a:t>
            </a:r>
            <a:endParaRPr lang="en-US" sz="3500" dirty="0"/>
          </a:p>
        </p:txBody>
      </p:sp>
      <p:sp>
        <p:nvSpPr>
          <p:cNvPr id="7" name="Text 4"/>
          <p:cNvSpPr/>
          <p:nvPr/>
        </p:nvSpPr>
        <p:spPr>
          <a:xfrm>
            <a:off x="640080" y="3675888"/>
            <a:ext cx="4389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Biblioteca pesquisável, comparação de até quatro apólices e consulta às evidências.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Arquitetura do MVP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/ TypeScript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Interface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48056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/ Starlette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48056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321040" y="18288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 + visão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321040" y="24963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008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OpenAI + Pydantic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Extração e validação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48056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48056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Persistência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321040" y="36576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Comparação + PDF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21040" y="4325112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especializado com IA na extração e na consulta.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informação tem uma origem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 extraído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624328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R$ 15 milhões</a:t>
            </a:r>
            <a:endParaRPr lang="en-US" sz="4100" dirty="0"/>
          </a:p>
        </p:txBody>
      </p:sp>
      <p:sp>
        <p:nvSpPr>
          <p:cNvPr id="7" name="Text 5"/>
          <p:cNvSpPr/>
          <p:nvPr/>
        </p:nvSpPr>
        <p:spPr>
          <a:xfrm>
            <a:off x="621792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na página 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217920" y="2651760"/>
            <a:ext cx="5120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“Limite de responsabilidade: BRL 15.000.000,00.”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40080" y="480060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Trechos de texto são conferidos automaticamente. Leituras de imagens exigem revisão visual. Dado ausente permanece não identificado.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Comparação demonstrativa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/>
              <a:tblGrid>
                <a:gridCol w="3840480"/>
                <a:gridCol w="3520440"/>
                <a:gridCol w="35204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Critério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Aurora / fictícia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Vértice / fictícia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Limite agregado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R$ 10 milhões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R$ 15 milhões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Prêmio total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R$ 32.500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R$ 41.800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Franquia Side B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R$ 50 mil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R$ 100 mil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Prazo complementar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12 meses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244B3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24 meses</a:t>
                      </a:r>
                      <a:endParaRPr lang="en-US" sz="2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152400" marR="152400" marT="152400" marB="152400">
                    <a:lnL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EE5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13892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diferenças textuais entre 16 critérios dos exemplos.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640080" y="5760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Valores sintéticos. A comparação não recomenda uma contratação.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Validação e limitações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testes automatizados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8346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Leitura de documentos, evidências, persistência, comparação e exportações. Fluxo de interface verificado em desktop e celular.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459028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Pendente: validar uma chamada real de IA com a chave da equipe.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0080" y="55595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 testes usam respostas controladas. Ainda não há avaliação de precisão em apólices de mercado.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Próximos passos da equipe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643737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InsurMinds / I2A2 2026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018520" y="64373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com documentos reais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44B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 revisão por especialistas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3621024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6755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Evolução: múltiplas evidências por campo, comparação semântica, revisão versionada e fila persistente.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500176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5D7C4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identificar integrantes, concluir a demonstração com IA e tornar o repositório público.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InsurMinds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 - Análise e comparação de apólices D&amp;O</dc:title>
  <dc:subject>Projeto Final I2A2 2026</dc:subject>
  <dc:creator>Equipe InsurMinds</dc:creator>
  <cp:lastModifiedBy>Equipe InsurMinds</cp:lastModifiedBy>
  <cp:revision>1</cp:revision>
  <dcterms:created xsi:type="dcterms:W3CDTF">2026-09-22T03:33:38Z</dcterms:created>
  <dcterms:modified xsi:type="dcterms:W3CDTF">2026-09-22T03:33:38Z</dcterms:modified>
</cp:coreProperties>
</file>