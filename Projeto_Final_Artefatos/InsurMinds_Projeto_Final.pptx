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Projeto Final I2A2 2026. Equipe InsurMinds: Victor Hugo Araujo, João Carlos Mendonça, Adriéli Zacharias e Bruno Veiga.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da leitura documental de apólices D&amp;O. Não se apresentam números de mercado ou alegações de tempo economizado.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da aplicação local. Dados exibidos são documentos fictícios efetivamente enviados à análise real com Gemini 3.8 Flash; registro em Validacao_IA_Exemplos.json.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Fluxo: interface, API, recepção, leitura por página, extração multimodal, validação de evidências, SQLite e comparação. Documentação: docs/ARQUITETURA.md. Gemini structured output: https://ai.google.dev/gemini-api/docs/structured-output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fictício autoral: Vértice, página 1. O verificador local valida presença textual, não a correção jurídica da interpretação.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PDFs fictícios autorais, extração real Gemini 3.8 Flash e comparação determinística. Não é benchmark de precisão da IA nem comparação de produtos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Testes automatizados e fluxo de interface executados. A equipe também validou duas extrações reais com Gemini 3.8 Flash usando PDFs fictícios. Isso não mede a precisão em apólices de mercado. A comparação é textual e requer revisão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Repositório público: https://github.com/vicTmm/i2a2-desafio-final. A equipe testou o fluxo com Gemini em documentos fictícios; a interpretação é conferida pelo usuário a partir das evidências.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Clareza na comparação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apólices D&amp;O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76656" y="39776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 com IA e evidências por página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 / Instituto de Inteligência Artificial Aplicada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da leitura documental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limite de uma apólice não conta toda a história.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Franquias, sub-limites e exclusões mudam a interpretação de uma cobertura. A análise precisa conectar cada informação às condições do documento.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Necessidade: localizar diferenças e conferir a origem dos dados.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em funcionamento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pic>
        <p:nvPicPr>
          <p:cNvPr id="5" name="Image 0" descr="/Users/victorhugo/Documents/Projetos/i2a2-desafio-final/tmp/ui/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737360"/>
            <a:ext cx="5266944" cy="4389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202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critérios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documento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640080" y="3675888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Biblioteca pesquisável, comparação de até quatro apólices e consulta às evidências.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MVP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/ TypeScript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48056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Starlette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48056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32104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 + visão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2104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+ Pydantic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Extração e validação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48056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48056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Persistência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2104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+ PDF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2104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Blocos, checkpoints e múltiplas evidências por critério.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informação tem uma origem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extraído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62432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 milhões</a:t>
            </a:r>
            <a:endParaRPr lang="en-US" sz="4100" dirty="0"/>
          </a:p>
        </p:txBody>
      </p:sp>
      <p:sp>
        <p:nvSpPr>
          <p:cNvPr id="7" name="Text 5"/>
          <p:cNvSpPr/>
          <p:nvPr/>
        </p:nvSpPr>
        <p:spPr>
          <a:xfrm>
            <a:off x="621792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na página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17920" y="265176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“Limite de responsabilidade: BRL 15.000.000,00.”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40080" y="4800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Trechos de texto são conferidos automaticamente. Leituras de imagens exigem revisão visual. Dado ausente permanece não identificado.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demonstrativa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/>
              <a:tblGrid>
                <a:gridCol w="3840480"/>
                <a:gridCol w="3520440"/>
                <a:gridCol w="35204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Aurora / fictícia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Vértice / fictícia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 agregado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R$ 10 milhões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R$ 15 milhões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Prêmio total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R$ 32.500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R$ 41.800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Franquia Side B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R$ 50 mil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R$ 100 mil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complementar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meses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meses</a:t>
                      </a:r>
                      <a:endParaRPr lang="en-US" sz="2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389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diferenças textuais entre 16 critérios dos exemplos.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sintéticos. A comparação não recomenda uma contratação.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 limitações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testes Python + 1 teste de upload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de documentos, evidências, persistência, comparação e exportações. Fluxo de interface verificado em desktop e celular.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9028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3.8: dois PDFs fictícios, 16 critérios verificados por documento e exportações PDF/JSON aprovadas.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55595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interpretação é conferida pelo usuário a partir das evidências.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 do projeto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de PDFs com IA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comparação com evidências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6210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Código-fonte, relatório técnico, System Design, apresentação, vídeo e PDFs fictícios disponíveis.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0176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Equipe: Victor Hugo Araujo, João Carlos Mendonça, Adriéli Zacharias e Bruno Veiga.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5D7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Repositório: github.com/vicTmm/i2a2-desafio-final.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InsurMinds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 - Análise e comparação de apólices D&amp;O</dc:title>
  <dc:subject>Projeto Final I2A2 2026</dc:subject>
  <dc:creator>Equipe InsurMinds</dc:creator>
  <cp:lastModifiedBy>Equipe InsurMinds</cp:lastModifiedBy>
  <cp:revision>1</cp:revision>
  <dcterms:created xsi:type="dcterms:W3CDTF">2026-10-06T03:24:50Z</dcterms:created>
  <dcterms:modified xsi:type="dcterms:W3CDTF">2026-10-06T03:24:50Z</dcterms:modified>
</cp:coreProperties>
</file>